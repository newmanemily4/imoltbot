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经纬度基础教程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纬度（Latitude）</a:t>
            </a:r>
          </a:p>
          <a:p>
            <a:pPr lvl="0"/>
            <a:r>
              <a:rPr/>
              <a:t>纬度是指地球表面上某一点的纬线与赤道之间的夹角，介于赤道（0°）和两极（±90°）之间表示。</a:t>
            </a:r>
          </a:p>
          <a:p>
            <a:pPr lvl="0"/>
            <a:r>
              <a:rPr/>
              <a:t>北半球用北纬（N）表示，南半球用南纬（S）表示。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经度（Longitude）</a:t>
            </a:r>
          </a:p>
          <a:p>
            <a:pPr lvl="0"/>
            <a:r>
              <a:rPr/>
              <a:t>经度是指地球表面上一点的本初子午线与该点的经线之间的夹角，范围是0°到±180°。</a:t>
            </a:r>
          </a:p>
          <a:p>
            <a:pPr lvl="0"/>
            <a:r>
              <a:rPr/>
              <a:t>东经（E）表示东半球区域，经度为正；西经（W）表示西半球区域，经度为负。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经纬度系统的基本知识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地球的经纬网络</a:t>
            </a:r>
          </a:p>
          <a:p>
            <a:pPr lvl="0"/>
            <a:r>
              <a:rPr/>
              <a:t>地球表面由虚拟的经线和纬线网格划分。</a:t>
            </a:r>
          </a:p>
          <a:p>
            <a:pPr lvl="1"/>
            <a:r>
              <a:rPr b="1"/>
              <a:t>经线</a:t>
            </a:r>
            <a:r>
              <a:rPr/>
              <a:t>：从北极到南极的虚线，每条经线是一个完整的半圆。</a:t>
            </a:r>
          </a:p>
          <a:p>
            <a:pPr lvl="1"/>
            <a:r>
              <a:rPr b="1"/>
              <a:t>纬线</a:t>
            </a:r>
            <a:r>
              <a:rPr/>
              <a:t>：与赤道平行的圆。</a:t>
            </a:r>
          </a:p>
          <a:p>
            <a:pPr lvl="0"/>
            <a:r>
              <a:rPr/>
              <a:t>本初子午线和赤道是基准线：</a:t>
            </a:r>
          </a:p>
          <a:p>
            <a:pPr lvl="1"/>
            <a:r>
              <a:rPr/>
              <a:t>本初子午线：通过英国格林威治天文台，定义为0°经线。</a:t>
            </a:r>
          </a:p>
          <a:p>
            <a:pPr lvl="1"/>
            <a:r>
              <a:rPr/>
              <a:t>赤道：地球赤道将地球划分为南北半球，定义为0°纬线。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单位和表述方式</a:t>
            </a:r>
          </a:p>
          <a:p>
            <a:pPr lvl="0"/>
            <a:r>
              <a:rPr/>
              <a:t>经纬度通常使用度（°）、分（’）、秒（“）来表达，例如：</a:t>
            </a:r>
          </a:p>
          <a:p>
            <a:pPr lvl="1"/>
            <a:r>
              <a:rPr/>
              <a:t>纬度：45°30’N (北纬45度30分)</a:t>
            </a:r>
          </a:p>
          <a:p>
            <a:pPr lvl="1"/>
            <a:r>
              <a:rPr/>
              <a:t>经度：122°40’W (西经122度40分)</a:t>
            </a:r>
          </a:p>
          <a:p>
            <a:pPr lvl="0"/>
            <a:r>
              <a:rPr/>
              <a:t>小数表示：如 45.5° N 表示北纬45.5度。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经纬度的测量与计算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测量工具</a:t>
            </a:r>
          </a:p>
          <a:p>
            <a:pPr lvl="0"/>
            <a:r>
              <a:rPr/>
              <a:t>GPS设备</a:t>
            </a:r>
          </a:p>
          <a:p>
            <a:pPr lvl="0"/>
            <a:r>
              <a:rPr/>
              <a:t>地图和地球仪</a:t>
            </a:r>
          </a:p>
          <a:p>
            <a:pPr lvl="0"/>
            <a:r>
              <a:rPr/>
              <a:t>地图应用程序（例如Google Map, 高德地图等）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计算方式</a:t>
            </a:r>
          </a:p>
          <a:p>
            <a:pPr lvl="0"/>
            <a:r>
              <a:rPr/>
              <a:t>使用公式计算两点间的地理距离：</a:t>
            </a:r>
          </a:p>
          <a:p>
            <a:pPr lvl="1"/>
            <a:r>
              <a:rPr/>
              <a:t>Haversine公式： [ a = ^2(/ 2) + (_1) (_2) ^2(/ 2) \ c = 2 (, ) \ d = R c ] 其中：</a:t>
            </a:r>
          </a:p>
          <a:p>
            <a:pPr lvl="2"/>
            <a:r>
              <a:rPr/>
              <a:t>( ) 表示纬度，( ) 表示经度。</a:t>
            </a:r>
          </a:p>
          <a:p>
            <a:pPr lvl="2"/>
            <a:r>
              <a:rPr/>
              <a:t>R 是地球半径（平均约为6,371公里）。</a:t>
            </a:r>
          </a:p>
          <a:p>
            <a:pPr lvl="2"/>
            <a:r>
              <a:rPr/>
              <a:t>d 是两点间的大圆距离。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经纬度的应用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地图绘制</a:t>
            </a:r>
          </a:p>
          <a:p>
            <a:pPr lvl="0"/>
            <a:r>
              <a:rPr/>
              <a:t>用于创建精确的地图。</a:t>
            </a:r>
          </a:p>
          <a:p>
            <a:pPr lvl="0"/>
            <a:r>
              <a:rPr/>
              <a:t>比如：导航系统、高精地图。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导航及定位</a:t>
            </a:r>
          </a:p>
          <a:p>
            <a:pPr lvl="0"/>
            <a:r>
              <a:rPr/>
              <a:t>GPS设备利用经纬度提供精准位置。</a:t>
            </a:r>
          </a:p>
          <a:p>
            <a:pPr lvl="0"/>
            <a:r>
              <a:rPr/>
              <a:t>日常应用于手机导航软件。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天气预报</a:t>
            </a:r>
          </a:p>
          <a:p>
            <a:pPr lvl="0"/>
            <a:r>
              <a:rPr/>
              <a:t>气象站通过地理坐标定位监控天气数据。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卫星系统</a:t>
            </a:r>
          </a:p>
          <a:p>
            <a:pPr lvl="0"/>
            <a:r>
              <a:rPr/>
              <a:t>人造卫星基于不同的轨道选择经纬度位置。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数据分析和研究</a:t>
            </a:r>
          </a:p>
          <a:p>
            <a:pPr lvl="0"/>
            <a:r>
              <a:rPr/>
              <a:t>分析人口分布、城市规划。</a:t>
            </a:r>
          </a:p>
          <a:p>
            <a:pPr lvl="0"/>
            <a:r>
              <a:rPr/>
              <a:t>自然资源探测（如石油矿产探测）。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经纬度系统是地球定位的重要工具，广泛用于地图学、导航、物流、天气预报等多个领域。</a:t>
            </a:r>
          </a:p>
          <a:p>
            <a:pPr lvl="0"/>
            <a:r>
              <a:rPr/>
              <a:t>掌握经纬度的基本知识有助于理解空间科学与技术。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练习题</a:t>
            </a:r>
          </a:p>
          <a:p>
            <a:pPr lvl="0" indent="-342900" marL="342900">
              <a:buAutoNum type="arabicPeriod"/>
            </a:pPr>
            <a:r>
              <a:rPr/>
              <a:t>请总结北纬、南纬、东经和西经的定义。</a:t>
            </a:r>
          </a:p>
          <a:p>
            <a:pPr lvl="0" indent="-342900" marL="342900">
              <a:buAutoNum type="arabicPeriod"/>
            </a:pPr>
            <a:r>
              <a:rPr/>
              <a:t>经纬度中，南极点的坐标是什么？</a:t>
            </a:r>
          </a:p>
          <a:p>
            <a:pPr lvl="0" indent="-342900" marL="342900">
              <a:buAutoNum type="arabicPeriod"/>
            </a:pPr>
            <a:r>
              <a:rPr/>
              <a:t>试计算两地经纬度分别为(34°N, 118°W)和(40°N, 73°W)的地理距离。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2026-01-29T14:25:47Z</dcterms:created>
  <dcterms:modified xsi:type="dcterms:W3CDTF">2026-01-29T14:25:47Z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